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SFA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Finder Accommodation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8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 Reference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280160" cy="0"/>
          </a:xfrm>
          <a:prstGeom prst="line">
            <a:avLst/>
          </a:prstGeom>
          <a:noFill/>
          <a:ln w="38100">
            <a:solidFill>
              <a:srgbClr val="2E7D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DECLARATIONS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Parameters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numStudents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numAvailableAccommodations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studentBudget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distanceFromCampus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wifiPreference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roomSharingPreference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numBookings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(fixed):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deposit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propertyListingFee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premiumListingPrice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advertisingFee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scamDetectionCriteria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bookingProcessSteps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MAIN PROGRAM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SFA_System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SFA_System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HomePage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LOADING...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userChoice = PROMPT("Register or Log In?")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userChoice == "Register" THEN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CreateAccount()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EnterLoginDetails()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authentication == FAILED THEN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DISPLAY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"Invalid credentials"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userChoice prompt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UserDashboard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EnterBudgetAndPreferences()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SearchAccommodations()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MAIN PROGRAM FLOW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SFA_System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isSuitable = FALSE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isSuitable == FALSE DO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CALL ViewSearchResults()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selected = CALL SelectAccommodation(results)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ViewPhotosAndDetails(selected)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isSuitable = PROMPT("Is this accommodation suitable? (Yes/No)")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isSuitable == FALSE THEN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SearchAccommodations()   // loop back to search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WHILE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ContactOwner(selected)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ConfirmBookingRequest(selected)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BookingConfirmation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SFA_System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 SUB-PROCEDURE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CreateAccount() / EnterLoginDetails()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CreateAccount()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fullName, email, password, studentNumber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VALIDATE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fields not empty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VALIDATE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 format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HASH password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 user record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accountCreated = TRUE/FALSE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EnterLoginDetails()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email, password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FETCH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stored credentials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AUTHENTICATE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(email, password)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authentication = SUCCESS/FAILED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/ 3.3 SUB-PROCEDURES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Preferences &amp; Search Accommodations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EnterBudgetAndPreferences()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studentBudget, distanceFromCampus, wifiPreference, roomSharingPreference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VALIDATE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budget &gt; 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preferences to userProfile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preferencesSaved = TRUE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SearchAccommodations()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userProfile, NSFAS filter (ON/OFF)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EACH listing IN allAccommodations DO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listing MATCHES budget, distance, NSFAS filter, preferences THEN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ADD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listing TO filteredResults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CALCULATE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trustScore FOR EACH listing IN filteredResults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filteredResults BY trustScore DESCENDING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filteredResults (verified, ranked listings)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SUB-PROCEDURE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CalculateTrustScore() — Verification &amp; Scam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3840480"/>
          </a:xfrm>
          <a:prstGeom prst="roundRect">
            <a:avLst>
              <a:gd name="adj" fmla="val 1429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10515600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CalculateTrustScore(listing)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landlordDocuments, reviews, NSFASStatus, scamDetectionCriteria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landlordDocuments verified THEN score += 40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NSFASStatus == accredited THEN score += 30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+= AVERAGE(reviews) * 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listing MATCHES scamDetectionCriteria THEN score -= 100 (flagged)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trustScore, verifiedBadge (TRUE/FALSE)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 / 3.6 SUB-PROCEDURES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Results, Selection, Contact &amp; Booking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ViewSearchResults()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DISPLAY list (name, price, distance, verifiedBadge, NSFASBadge)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SelectAccommodation(results)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user selection (index)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selectedListing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ContactOwner(listing)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 SEND message/notification TO landlord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contactSent = TRUE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ConfirmBookingRequest(listing)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listing.availability == TRUE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 THEN CREATE bookingRecord; numBookings += 1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bookingConfirmation (SUCCESS/FAILED), applicationRecord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AI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StudentStay Chatbot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10515600" cy="4626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StudentStayChatbot(userMessage)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INPUT: userMessage (text or voice), userProfile, allAccommodations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intent = DETECT_INTENT(userMessage)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"search":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extract criteria FROM userMessage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CALL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SearchAccommodations() WITH criteria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response = SUMMARIZE(filteredResults)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"booking_query":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FETCH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bookingRecord FOR user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response = FORMAT booking status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"general_question":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response = LOOKUP FAQ/knowledge base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"connect_landlord":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CALL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ContactOwner(selectedListing)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OUTPUT: response (text), optional voiceReadback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6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AI FEATURE —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Interaction Trace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38912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E7D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 need accommodation near TUT under R2,500.”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926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 = "search";  criteria = { campus: TUT, budget: 2500 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C5F8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77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977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of matching NSFAS-eligible, verified accommodations near TUT under R2,500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PROGRAM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2788920"/>
            <a:ext cx="1280160" cy="0"/>
          </a:xfrm>
          <a:prstGeom prst="line">
            <a:avLst/>
          </a:prstGeom>
          <a:noFill/>
          <a:ln w="38100">
            <a:solidFill>
              <a:srgbClr val="2E7D6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2026-07-16T09:17:00Z</dcterms:created>
  <dcterms:modified xsi:type="dcterms:W3CDTF">2026-07-16T09:17:00Z</dcterms:modified>
</cp:coreProperties>
</file>