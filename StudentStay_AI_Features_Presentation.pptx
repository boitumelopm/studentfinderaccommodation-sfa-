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StudentStay</a:t>
            </a:r>
          </a:p>
          <a:p>
            <a:r>
              <a:t>Artificial Intelligence (AI)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JGA Phase 1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Feature 1: StudentStay AI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24/7 assistance to students.</a:t>
            </a:r>
          </a:p>
          <a:p>
            <a:r>
              <a:t>Answers questions about bookings, rent and accommodation.</a:t>
            </a:r>
          </a:p>
          <a:p>
            <a:r>
              <a:t>Helps students search for suitable accommodation.</a:t>
            </a:r>
          </a:p>
          <a:p>
            <a:r>
              <a:t>Connects students with landlords.</a:t>
            </a:r>
          </a:p>
          <a:p>
            <a:r>
              <a:t>Example: 'I need accommodation near TUT under R2,500.'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Feature 2: AI Accommodation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 recommends accommodation based on:</a:t>
            </a:r>
          </a:p>
          <a:p>
            <a:r>
              <a:t>University</a:t>
            </a:r>
          </a:p>
          <a:p>
            <a:r>
              <a:t>Monthly budget</a:t>
            </a:r>
          </a:p>
          <a:p>
            <a:r>
              <a:t>Distance from campus</a:t>
            </a:r>
          </a:p>
          <a:p>
            <a:r>
              <a:t>Wi-Fi and security preferences</a:t>
            </a:r>
          </a:p>
          <a:p>
            <a:r>
              <a:t>Room type (single/shared)</a:t>
            </a:r>
          </a:p>
          <a:p>
            <a:r>
              <a:t>Example: 'Based on your preferences, we recommend Residence A within 2 km of campus.'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AI in StudentStay?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students time.</a:t>
            </a:r>
          </a:p>
          <a:p>
            <a:r>
              <a:t>• Provides personalised recommendations.</a:t>
            </a:r>
          </a:p>
          <a:p>
            <a:r>
              <a:t>• Improves user experience.</a:t>
            </a:r>
          </a:p>
          <a:p>
            <a:r>
              <a:t>• Makes finding accommodation faster, easier and smarter.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