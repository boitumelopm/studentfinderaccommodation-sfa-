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StudentStay provides a safe, affordable, and trusted way for students to find accommodation.</a:t>
            </a:r>
          </a:p>
          <a:p/>
          <a:p>
            <a:r>
              <a:t>By combining verified listings with smart technology, we solve a real problem while supporting digital entrepreneurship in South Africa.</a:t>
            </a:r>
          </a:p>
          <a:p/>
          <a:p>
            <a:r>
              <a:t>StudentStay—Helping students find more than a place to stay, but a place to succeed.</a:t>
            </a:r>
          </a:p>
          <a:p/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