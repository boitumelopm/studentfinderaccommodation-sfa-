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AI-ENHANCED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Finder Accommodation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3429000"/>
            <a:ext cx="292608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Student Accommodation Problem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B7E4C7"/>
            </a:solidFill>
            <a:prstDash val="solid"/>
          </a:ln>
          <a:effectLst>
            <a:outerShdw sx="100000" sy="100000" kx="0" ky="0" algn="bl" rotWithShape="0" blurRad="76200" dist="25400" dir="5400000">
              <a:srgbClr val="1B4332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students, particularly those relying on NSFAS funding, face a housing market marked by scarce verified listings, rampant rental scams, and mismatched subsidy eligibility.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Finder Accommodation proposes AI-driven capabilities to directly target these pain points.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E9CD"/>
          </a:solidFill>
          <a:ln w="19050">
            <a:solidFill>
              <a:srgbClr val="4091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Scarce Verified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E9C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402336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Rampant Rental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Scams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321040" y="40233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4E9CD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402336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Mismatched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B6C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Subsidy Eligibility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Scam &amp; Fraud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733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Listing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suspicious listings by identifying duplicate photos reused across multiple ads, or prices significantly below market rate for the area.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Verification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OCR combined with authenticity checks to verify landlord ID documents and proof of property ownership or lease agreements before a listing goes live.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NSFAS Matching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733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Eligibility Matching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engine that scores listings against a student's NSFAS allowance, campus proximity, and stated preferences — going beyond simple checkbox filters.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Eligibility Chatbot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that instantly answers student questions such as whether a given listing qualifies under their NSFAS accommodation allowance.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Landlord Trust Scoring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733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Aggregated Trust 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verification status, review sentiment, and responsiveness metrics into a single AI-generated trust score displayed on each listing.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733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Queries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students to search using everyday phrasing (e.g. “quiet place near campus under R3500”) instead of navigating rigid filter menus.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Auto-Generated Summaries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produce concise, highlight-driven listing summaries from raw landlord-submitted descriptions.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54480" y="411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Pattern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9050">
            <a:solidFill>
              <a:srgbClr val="B7E4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5875">
            <a:solidFill>
              <a:srgbClr val="40916C"/>
            </a:solidFill>
            <a:prstDash val="solid"/>
          </a:ln>
          <a:effectLst>
            <a:outerShdw sx="100000" sy="100000" kx="0" ky="0" algn="bl" rotWithShape="0" blurRad="63500" dist="25400" dir="5400000">
              <a:srgbClr val="1B4332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7335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0424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fake reviews or coordinated scam accounts by analyzing posting behavior patterns and account activity over time.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Finder Accommodation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3611880"/>
            <a:ext cx="292608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7947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material for the Student Finder Accommodation coursework project — a student accommodation booking platform for South African students.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2026-07-15T21:23:31Z</dcterms:created>
  <dcterms:modified xsi:type="dcterms:W3CDTF">2026-07-15T21:23:31Z</dcterms:modified>
</cp:coreProperties>
</file>