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Real-World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Accommodation Finder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Websites &amp; Apps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competitive scan informing Student Finder Accommodation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600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ONSA (One National Student Accommodation)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22376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landlords, easy registration, secure payments, nationwide coverage.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4290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LESS WELL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fee may discourage some students; limited extra student services.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7223760" cy="822960"/>
          </a:xfrm>
          <a:prstGeom prst="roundRect">
            <a:avLst>
              <a:gd name="adj" fmla="val 8889"/>
            </a:avLst>
          </a:prstGeom>
          <a:solidFill>
            <a:srgbClr val="F4E9C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37667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onsa.co.za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ONSA   |   Accessed: 12 July 2026</a:t>
            </a:r>
            <a:endParaRPr lang="en-US" sz="1050" dirty="0"/>
          </a:p>
        </p:txBody>
      </p:sp>
      <p:pic>
        <p:nvPicPr>
          <p:cNvPr id="13" name="Image 0" descr="/home/claude/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365760"/>
            <a:ext cx="361188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600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Dwell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22376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interface, verified residences, maintenance and payment management, student portal.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4290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LESS WELL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mainly on managed residences rather than offering many accommodation choices.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7223760" cy="822960"/>
          </a:xfrm>
          <a:prstGeom prst="roundRect">
            <a:avLst>
              <a:gd name="adj" fmla="val 8889"/>
            </a:avLst>
          </a:prstGeom>
          <a:solidFill>
            <a:srgbClr val="F4E9C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37667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mydwell.app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Dwell   |   Accessed: 12 July 2026</a:t>
            </a:r>
            <a:endParaRPr lang="en-US" sz="1050" dirty="0"/>
          </a:p>
        </p:txBody>
      </p:sp>
      <p:pic>
        <p:nvPicPr>
          <p:cNvPr id="13" name="Image 0" descr="/home/claude/image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365760"/>
            <a:ext cx="3611880" cy="2971800"/>
          </a:xfrm>
          <a:prstGeom prst="rect">
            <a:avLst/>
          </a:prstGeom>
        </p:spPr>
      </p:pic>
      <p:pic>
        <p:nvPicPr>
          <p:cNvPr id="14" name="Image 1" descr="/home/claude/image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0" y="3520440"/>
            <a:ext cx="361188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600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ResiFind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22376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listings, SOS safety feature, free student access, simple application process.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4290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LESS WELL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may vary depending on university or city.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7223760" cy="822960"/>
          </a:xfrm>
          <a:prstGeom prst="roundRect">
            <a:avLst>
              <a:gd name="adj" fmla="val 8889"/>
            </a:avLst>
          </a:prstGeom>
          <a:solidFill>
            <a:srgbClr val="F4E9C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37667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www.resifind.co.za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ResiFind   |   Accessed: 12 July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365760"/>
            <a:ext cx="3611880" cy="6126480"/>
          </a:xfrm>
          <a:prstGeom prst="roundRect">
            <a:avLst>
              <a:gd name="adj" fmla="val 2532"/>
            </a:avLst>
          </a:prstGeom>
          <a:solidFill>
            <a:srgbClr val="B7E4C7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65760"/>
            <a:ext cx="3611880" cy="612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600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OffCamp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22376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landlord contact, smart filters, verified listings.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4290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LESS WELL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fewer universities than larger competitors.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7223760" cy="822960"/>
          </a:xfrm>
          <a:prstGeom prst="roundRect">
            <a:avLst>
              <a:gd name="adj" fmla="val 8889"/>
            </a:avLst>
          </a:prstGeom>
          <a:solidFill>
            <a:srgbClr val="F4E9C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37667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www.offcamp.co.za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OffCamp   |   Accessed: 12 July 2026</a:t>
            </a:r>
            <a:endParaRPr lang="en-US" sz="1050" dirty="0"/>
          </a:p>
        </p:txBody>
      </p:sp>
      <p:pic>
        <p:nvPicPr>
          <p:cNvPr id="13" name="Image 0" descr="/home/claude/image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365760"/>
            <a:ext cx="3611880" cy="2971800"/>
          </a:xfrm>
          <a:prstGeom prst="rect">
            <a:avLst/>
          </a:prstGeom>
        </p:spPr>
      </p:pic>
      <p:pic>
        <p:nvPicPr>
          <p:cNvPr id="14" name="Image 1" descr="/home/claude/image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0" y="3520440"/>
            <a:ext cx="361188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600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22376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accommodation with a student marketplace, AI recommendations, verified listings.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4290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LESS WELL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platform with fewer accommodation listings in some areas.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7223760" cy="822960"/>
          </a:xfrm>
          <a:prstGeom prst="roundRect">
            <a:avLst>
              <a:gd name="adj" fmla="val 8889"/>
            </a:avLst>
          </a:prstGeom>
          <a:solidFill>
            <a:srgbClr val="F4E9C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37667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unihub.co.za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UniHub   |   Accessed: 12 July 2026</a:t>
            </a:r>
            <a:endParaRPr lang="en-US" sz="1050" dirty="0"/>
          </a:p>
        </p:txBody>
      </p:sp>
      <p:pic>
        <p:nvPicPr>
          <p:cNvPr id="13" name="Image 0" descr="/home/claude/image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365760"/>
            <a:ext cx="3611880" cy="2971800"/>
          </a:xfrm>
          <a:prstGeom prst="rect">
            <a:avLst/>
          </a:prstGeom>
        </p:spPr>
      </p:pic>
      <p:pic>
        <p:nvPicPr>
          <p:cNvPr id="14" name="Image 1" descr="/home/claude/image1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0" y="3520440"/>
            <a:ext cx="361188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 for Student Finder Accommodation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B7E4C7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competitors already emphasize verification, confirming it is a baseline market expectation.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combine NSFAS-specific accreditation filtering with verified listings — this remains Student Finder Accommodation's clearest gap in the market.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(fewer universities, limited cities) at several competitors present an opportunity for broader, more inclusive reach.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features (like UniHub's recommendations) are emerging as a differentiator worth building on early.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2026-07-15T21:06:22Z</dcterms:created>
  <dcterms:modified xsi:type="dcterms:W3CDTF">2026-07-15T21:06:22Z</dcterms:modified>
</cp:coreProperties>
</file>