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Finder Accommodation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 Chart (Input – Process – Output)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40916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6517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search criteria (location, price, campus)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NSFAS accreditation status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registration &amp; property documents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/ registration details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 commands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35661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737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242316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6517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authenticate user accounts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listings by NSFAS status &amp; price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landlord identity &amp; ownership docs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trust score from reviews &amp; verification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student criteria to available listings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35661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412480" y="17373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37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0" y="242316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41080" y="26517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list of verified accommodations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landlord &amp; NSFAS badges displayed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for viewings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application record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Voice/audio readback of listing details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Finder Accommodation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1463040"/>
            <a:ext cx="3108960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630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Finder Accommodation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0" y="2029968"/>
            <a:ext cx="0" cy="146304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05840" y="2176272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1762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0" cy="146304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2889504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8895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or use voice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listings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3456432"/>
            <a:ext cx="0" cy="146304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" y="3602736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6027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NSFAS filter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verified badges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0" y="4169664"/>
            <a:ext cx="0" cy="146304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4315968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315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Book viewing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submit application?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4882896"/>
            <a:ext cx="0" cy="146304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" y="502920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2B6CB0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5029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landlord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0" y="5596128"/>
            <a:ext cx="0" cy="146304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5840" y="5742432"/>
            <a:ext cx="3108960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57424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463040"/>
            <a:ext cx="6583680" cy="4937760"/>
          </a:xfrm>
          <a:prstGeom prst="roundRect">
            <a:avLst>
              <a:gd name="adj" fmla="val 2222"/>
            </a:avLst>
          </a:prstGeom>
          <a:solidFill>
            <a:srgbClr val="F4E9CD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691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Notes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219456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booking a viewing or submitting an application.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Voice Search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type or speak queries such as “find a room near UCT under R3000.”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NSFAS Filter &amp; Verified Badges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results to accredited, scam-vetted listings only — the platform's core USP.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chooses to book a physical viewing, or proceed directly to submitting an application.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student and landlord receive confirmation, closing the booking loop.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2026-07-15T20:44:30Z</dcterms:created>
  <dcterms:modified xsi:type="dcterms:W3CDTF">2026-07-15T20:44:30Z</dcterms:modified>
</cp:coreProperties>
</file>