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EE299-6783-15DD-9B94-9B4F82777A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DC0FCD-20DE-DC18-C3F2-1A0EE978B1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D738E-69AE-0D61-6F27-09561CF23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815AC-2A49-43BE-981A-EB484EF790E6}" type="datetimeFigureOut">
              <a:rPr lang="en-ZA" smtClean="0"/>
              <a:t>2026/07/06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0779D-29B7-7A5B-CE4E-AAEC1BDC4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E6EA1-8EBF-5930-5204-058B95CD8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FC1E3-8644-425F-8837-45FA3C1745B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1512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09448-9DB1-0659-C009-F1E8A1CEC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A5876-40F8-C0BC-1B62-8683BB8E3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42DB4-9C23-71F7-15B4-ACD028B1B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815AC-2A49-43BE-981A-EB484EF790E6}" type="datetimeFigureOut">
              <a:rPr lang="en-ZA" smtClean="0"/>
              <a:t>2026/07/06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56564-0FF2-D1C5-3AF7-54A9FB75F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E2A32-A2A2-B02A-8A99-20CE31E2A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FC1E3-8644-425F-8837-45FA3C1745B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8138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3E8C4-F9D0-FEC3-91FC-96014B85E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65A67-46B7-D34B-4434-04C8FA976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82458-C63D-7CEB-67C4-A43F9DC95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815AC-2A49-43BE-981A-EB484EF790E6}" type="datetimeFigureOut">
              <a:rPr lang="en-ZA" smtClean="0"/>
              <a:t>2026/07/06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CF42E-4373-42F8-47A9-73D090278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9F770-5979-FD7E-9512-13FE56574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FC1E3-8644-425F-8837-45FA3C1745B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55417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84C59-57B3-E450-71A9-EF994D213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0D03B-C328-2B97-3D55-26050E49EB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C9392F-021E-10CB-A6F5-7DCCA83E3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28027-77C1-9515-9A30-A93308EB7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815AC-2A49-43BE-981A-EB484EF790E6}" type="datetimeFigureOut">
              <a:rPr lang="en-ZA" smtClean="0"/>
              <a:t>2026/07/06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E1404-4C3F-7DF9-77B3-8EB206258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63FC1C-734C-619D-83EB-1CA3A545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FC1E3-8644-425F-8837-45FA3C1745B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38713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1FD07-FF19-2349-8D27-AF645388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6CD6B5-518F-2783-E28D-91A392994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F5D200-D272-D3A2-F196-71143B9A0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82D785-A5D4-6AB8-1C61-DBEA5C740D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E01774-555E-E701-CBDB-9D822E78FC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6F1C0F-D51D-4A1E-DC54-C76B7515A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815AC-2A49-43BE-981A-EB484EF790E6}" type="datetimeFigureOut">
              <a:rPr lang="en-ZA" smtClean="0"/>
              <a:t>2026/07/06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ACF150-8336-F2A2-BC9B-785832BF0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995862-0E69-A073-EBBB-C7FC4E814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FC1E3-8644-425F-8837-45FA3C1745B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00456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35EAD-DF89-DE59-2F21-7CD91E419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DEFED9-1622-144F-4B6B-327592C4F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815AC-2A49-43BE-981A-EB484EF790E6}" type="datetimeFigureOut">
              <a:rPr lang="en-ZA" smtClean="0"/>
              <a:t>2026/07/06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871BF5-AD21-478B-41EA-D38B8A598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7A427D-F1B7-FDF9-66B5-D2F9F7AE3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FC1E3-8644-425F-8837-45FA3C1745B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24722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02FB3E-6BF2-154B-93ED-986528C6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815AC-2A49-43BE-981A-EB484EF790E6}" type="datetimeFigureOut">
              <a:rPr lang="en-ZA" smtClean="0"/>
              <a:t>2026/07/06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23B3BD-15C8-324B-4017-F1C842EB2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BD67F-688C-0E77-38BD-3FE918957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FC1E3-8644-425F-8837-45FA3C1745B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41497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66814-EEF5-F307-BE3A-BDFA03221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D5F0A-FCBC-85BA-E820-240D67428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DEFB5F-A1BF-1F21-D7CC-BCE15150D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842858-8196-E8D7-C781-148D10E1E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815AC-2A49-43BE-981A-EB484EF790E6}" type="datetimeFigureOut">
              <a:rPr lang="en-ZA" smtClean="0"/>
              <a:t>2026/07/06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78CD4-F9DA-7F9D-6153-DF306A9F8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91160-D3F4-A52F-4327-96EEEB5E6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FC1E3-8644-425F-8837-45FA3C1745B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01643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97018-1FD9-C00B-5A7C-AF1639CF3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3E30A0-F9AA-1E12-6F0C-AE48CD735A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0D0AFE-D645-CAC1-BAF0-F5F15A4C6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0EC3F8-F3FB-AB53-2219-3059084C8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815AC-2A49-43BE-981A-EB484EF790E6}" type="datetimeFigureOut">
              <a:rPr lang="en-ZA" smtClean="0"/>
              <a:t>2026/07/06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68D57-33F4-D0B5-7291-CAE05D5C8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261E21-1524-F4C0-13A9-1BFEC92EF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FC1E3-8644-425F-8837-45FA3C1745B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77533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4F43E-BF10-AF77-5D8B-A48A42790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FF21F2-424B-7D13-3241-C0B8EB0E46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ADD62-45A4-CE08-6F9D-FFF5E5B29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815AC-2A49-43BE-981A-EB484EF790E6}" type="datetimeFigureOut">
              <a:rPr lang="en-ZA" smtClean="0"/>
              <a:t>2026/07/06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F5CE7-63FC-8150-112C-FEE3E9C89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29047-38AE-E296-60E4-5B9344F15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FC1E3-8644-425F-8837-45FA3C1745B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01024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5399DB-90E7-77D0-5E37-8B2C6A54D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F08FA7-B68B-B273-BDCC-1EAE77DD58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2CE6C-4FFD-E343-3940-A616EA334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815AC-2A49-43BE-981A-EB484EF790E6}" type="datetimeFigureOut">
              <a:rPr lang="en-ZA" smtClean="0"/>
              <a:t>2026/07/06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13420-E3C6-DAF4-E7A2-226EB585E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88DCE-AB6E-3B6A-CED9-802FF9BE1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FC1E3-8644-425F-8837-45FA3C1745B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58790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AF860C-FB69-5555-7EC7-BF00733C4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4BDC12-1705-DC16-446E-1DDA678BB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9E98B-9922-B087-AAFB-9DA18A9CD9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2815AC-2A49-43BE-981A-EB484EF790E6}" type="datetimeFigureOut">
              <a:rPr lang="en-ZA" smtClean="0"/>
              <a:t>2026/07/06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99428-C93E-378F-2FD9-68396FB3F9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3CFBE-62AA-6539-6C95-BDC9870DBA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DFC1E3-8644-425F-8837-45FA3C1745B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87541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58D4289-BA45-4476-653D-78ED47A290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811036"/>
              </p:ext>
            </p:extLst>
          </p:nvPr>
        </p:nvGraphicFramePr>
        <p:xfrm>
          <a:off x="353961" y="2975239"/>
          <a:ext cx="9806039" cy="256032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102942">
                  <a:extLst>
                    <a:ext uri="{9D8B030D-6E8A-4147-A177-3AD203B41FA5}">
                      <a16:colId xmlns:a16="http://schemas.microsoft.com/office/drawing/2014/main" val="3570489969"/>
                    </a:ext>
                  </a:extLst>
                </a:gridCol>
                <a:gridCol w="4703097">
                  <a:extLst>
                    <a:ext uri="{9D8B030D-6E8A-4147-A177-3AD203B41FA5}">
                      <a16:colId xmlns:a16="http://schemas.microsoft.com/office/drawing/2014/main" val="3105619422"/>
                    </a:ext>
                  </a:extLst>
                </a:gridCol>
              </a:tblGrid>
              <a:tr h="2517057">
                <a:tc>
                  <a:txBody>
                    <a:bodyPr/>
                    <a:lstStyle/>
                    <a:p>
                      <a:r>
                        <a:rPr lang="en-ZA" dirty="0"/>
                        <a:t>VARIABLES </a:t>
                      </a:r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en-ZA" dirty="0"/>
                        <a:t>Number of Students</a:t>
                      </a:r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en-ZA" dirty="0"/>
                        <a:t>Number of Available accommodations</a:t>
                      </a:r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en-ZA" dirty="0"/>
                        <a:t>Student budget</a:t>
                      </a:r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en-ZA" dirty="0"/>
                        <a:t>Distance selected from Campus</a:t>
                      </a:r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en-ZA" dirty="0" err="1"/>
                        <a:t>WiFi</a:t>
                      </a:r>
                      <a:r>
                        <a:rPr lang="en-ZA" dirty="0"/>
                        <a:t> preference</a:t>
                      </a:r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en-ZA" dirty="0"/>
                        <a:t>Room sharing Preference</a:t>
                      </a:r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en-ZA" dirty="0"/>
                        <a:t>Number of bookings</a:t>
                      </a:r>
                    </a:p>
                    <a:p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Parameters(Fixed for now )</a:t>
                      </a:r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en-ZA" dirty="0"/>
                        <a:t>Deposit</a:t>
                      </a:r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en-ZA" dirty="0"/>
                        <a:t>Property listing fee</a:t>
                      </a:r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en-ZA" dirty="0"/>
                        <a:t>Premium listing price</a:t>
                      </a:r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en-ZA" dirty="0"/>
                        <a:t>Advertising fee</a:t>
                      </a:r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en-ZA" dirty="0"/>
                        <a:t>Scam Detection criteria</a:t>
                      </a:r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en-ZA" dirty="0"/>
                        <a:t>Advertising Fee</a:t>
                      </a:r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en-ZA" dirty="0"/>
                        <a:t>Booking process steps</a:t>
                      </a:r>
                    </a:p>
                    <a:p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6003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0C3E410-4E13-22B6-A32D-D11A641F43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101361"/>
              </p:ext>
            </p:extLst>
          </p:nvPr>
        </p:nvGraphicFramePr>
        <p:xfrm>
          <a:off x="3657600" y="1887793"/>
          <a:ext cx="3333135" cy="51127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333135">
                  <a:extLst>
                    <a:ext uri="{9D8B030D-6E8A-4147-A177-3AD203B41FA5}">
                      <a16:colId xmlns:a16="http://schemas.microsoft.com/office/drawing/2014/main" val="426583489"/>
                    </a:ext>
                  </a:extLst>
                </a:gridCol>
              </a:tblGrid>
              <a:tr h="511277">
                <a:tc>
                  <a:txBody>
                    <a:bodyPr/>
                    <a:lstStyle/>
                    <a:p>
                      <a:r>
                        <a:rPr lang="en-ZA" dirty="0"/>
                        <a:t>Variables and perimeters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529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7726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48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Thabang Ntimane</dc:creator>
  <cp:lastModifiedBy>Thabang Ntimane</cp:lastModifiedBy>
  <cp:revision>1</cp:revision>
  <dcterms:created xsi:type="dcterms:W3CDTF">2026-07-06T13:55:29Z</dcterms:created>
  <dcterms:modified xsi:type="dcterms:W3CDTF">2026-07-06T14:09:36Z</dcterms:modified>
</cp:coreProperties>
</file>